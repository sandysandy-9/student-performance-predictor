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Student Performance Predictor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whether a student will pass or fail based on features like study hours, attendance, and past scores.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and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Logistic Regression for classification, with an accuracy of 66.7%.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